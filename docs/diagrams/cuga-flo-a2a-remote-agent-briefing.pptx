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0B5C9E"/>
                </a:solidFill>
              </a:rPr>
              <a:t>CUGA FLO × A2A</a:t>
            </a:r>
          </a:p>
          <a:p>
            <a:r>
              <a:rPr sz="2200">
                <a:solidFill>
                  <a:srgbClr val="1A1A1A"/>
                </a:solidFill>
              </a:rPr>
              <a:t>Remote task fulfilment &amp; user consultation — and the agent 0 card</a:t>
            </a:r>
          </a:p>
          <a:p>
            <a:r>
              <a:rPr sz="1500" i="1">
                <a:solidFill>
                  <a:srgbClr val="606060"/>
                </a:solidFill>
              </a:rPr>
              <a:t>Briefing for the team building agent 0   ·   from CUGA FLO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What CUGA FLO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A generalised binding to any remote agent reachable over A2A, named in the app 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CUGA FLO drives a BPMN workflow. Two needs could not be served by a local agent: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Task fulfilment by a remote agent — a step's work belongs to an external agent, not a local one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Human-in-the-loop consultation — a routing branch or a hook needs a preference only a person can give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The asymmetry is the design — authority moves in one case, stays put in the other: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Fulfilment — the step is delegated to the remote agent; it becomes the authority for that work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Consultation — the remote agent is bound as a tool; CUGA FLO keeps routing / hook authority and concludes itself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Either way the reply needs no CUGA FLO structure — it is the task's result, or input to a local decision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Not hard-coded to "agent 0": any remote agent, listed under a new remote_agents: block in the YAML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One A2A server. CUGA FLO is the client.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One endpoint, one agent card — reached for two purposes: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The Excel capability in the business process — when a step needs a spreadsheet touched, the whole step is delegated to you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The routing consultant — when a branch depends on what the user wants, you find out which way they prefer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**You do NOT build:** an MCP server, any understanding of BPMN, or any CUGA FLO data structures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Text in, text 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Wire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45920"/>
            <a:ext cx="10972800" cy="4206240"/>
          </a:xfrm>
          <a:prstGeom prst="rect">
            <a:avLst/>
          </a:prstGeom>
          <a:solidFill>
            <a:srgbClr val="F2F3F5"/>
          </a:solidFill>
          <a:ln>
            <a:solidFill>
              <a:srgbClr val="D0D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300">
                <a:solidFill>
                  <a:srgbClr val="1A1A1A"/>
                </a:solidFill>
                <a:latin typeface="Courier New"/>
              </a:rPr>
              <a:t>Protocol     A2A over JSON-RPC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Method       message/send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Agent card   GET /.well-known/agent-card.json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SDK          a2a-sdk   (same package CUGA FLO's client uses)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Implement with AgentExecutor (execute, cancel),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served via DefaultRequestHandler + the SDK's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JSON-RPC and agent-card routes.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CUGA FLO sends a Message with a single TextPart.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Reply with a plain Message carrying your final answer.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   -&gt; never a Task: the client flattens a Task by joining every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      message in history, so an interview would arrive as a</a:t>
            </a:r>
          </a:p>
          <a:p>
            <a:r>
              <a:rPr sz="1300">
                <a:solidFill>
                  <a:srgbClr val="1A1A1A"/>
                </a:solidFill>
                <a:latin typeface="Courier New"/>
              </a:rPr>
              <a:t>      whole transcript rather than a conclusion.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One service, two capabilities — not two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F2F3F5"/>
          </a:solidFill>
          <a:ln>
            <a:solidFill>
              <a:srgbClr val="D0D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200">
                <a:solidFill>
                  <a:srgbClr val="1A1A1A"/>
                </a:solidFill>
                <a:latin typeface="Courier New"/>
              </a:rPr>
              <a:t>GET /.well-known/agent-card.json  --&gt;  the card (advertises what you can do)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POST message/send  --&gt;  AgentExecutor.execute(context, event_queue)   &lt;- one entry point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                      |  read metadata["variables"]["role"]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                      |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                      +- "fulfill_task"            -&gt; do the spreadsheet work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                      +- "elicit_user_preference"  -&gt; interview the user, report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Nothing in an A2A request names a skill — Message has no skill field, and neither does RequestContext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The card ADVERTISES capability; it does not ADDRESS it. Every call lands in the same execute().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Skills (retrieve / update / run-function) are descriptive, never addressable — you dispatch internally.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The discriminator: role metadata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Not Message.role — the name collision is an easy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5C9E"/>
                </a:solidFill>
              </a:rPr>
              <a:t>Message.role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An A2A protocol field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Values: ROLE_USER / ROLE_AGENT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Means: who is speaking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Lives on the Message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CUGA FLO hardcodes it to user on every call — distinguishes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5C9E"/>
                </a:solidFill>
              </a:rPr>
              <a:t>our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Our own convention, not part of A2A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Values: fulfill_task / elicit_user_preference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Means: which capability is wanted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Lives on MessageSendParams.metadata, one level up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Mandatory, always sent — dispatch on 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06060"/>
                </a:solidFill>
                <a:latin typeface="Courier New"/>
              </a:rPr>
              <a:t>metadata = { "variables": { "role": "fulfill_task" } }   — absent / unrecognised role: fail loudly, do not guess from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The agent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name and description are injected into the deciding agent's prompt — not documentation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solidFill>
            <a:srgbClr val="F2F3F5"/>
          </a:solidFill>
          <a:ln>
            <a:solidFill>
              <a:srgbClr val="D0D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200">
                <a:solidFill>
                  <a:srgbClr val="1A1A1A"/>
                </a:solidFill>
                <a:latin typeface="Courier New"/>
              </a:rPr>
              <a:t>{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"name": "agent0",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"description": "Performs retrieve, update and function/macro operations on Excel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spreadsheets, asking the user for any operation parameters the request does not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supply and handling dialogs those operations raise. Separately, reports the user's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preference between alternative routes when the process reaches a decision point.",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"version": "1.0.0",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"capabilities": { "streaming": false, "push_notifications": false },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"skills": [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{ "id": "fulfill_task",            "name": "Perform a spreadsheet operation",  ... },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{ "id": "elicit_user_preference",  "name": "Ask the user which way to go",     ... }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]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}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Vague descriptions produce an agent that never calls you, or one that calls you for everything.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Skill: fulfill_task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One request type, three operations you distinguish from the statement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**RETRIEVE** — read a table, cells, or a column across a row range; report that it was retrieved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**UPDATE** — write values into cells / a column for identified rows; answer any confirmation or validation dialogs raised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**RUN FUNCTION** — execute a named function, macro or bot routine; report its outcome (including failures)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The statement carries the operation type — CUGA FLO sends a goal, not a typed call. Your intent parsing is load-bearing.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A statement that does not clearly indicate one of the three: fail, do not guess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A1A1A"/>
                </a:solidFill>
              </a:rPr>
              <a:t>• A 'user escalation:' block may name parameters you must obtain from the user before proceeding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Escalation block present -&gt; ask the user, then act.   No block, parameter missing -&gt; fail with what was missing.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**Reply with the outcome, not the payload** — one line that reads well in a process trace; no tables or row dumps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Skill: elicit_user_preference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Used only at branch points — a routing question, nothing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Obtain the user's preference between the alternative routes available at a decision point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It is a conversation, not a form — explain the alternatives, ask follow-ups where ambiguous, confirm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**Report the preference — never state the routing decision.** CUGA FLO makes the decision.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"User prefers 'run function' over another update round."     — yes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"Run the function next."                                        — no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Does NOT gather operation parameters — a request for a line item or a row value arrives as fulfill_task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When the user was ambiguous, say so in the text — "best reading is X" beats a confident guess; CUGA FLO can route on that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Both skills may talk to the user — about different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5C9E"/>
                </a:solidFill>
              </a:rPr>
              <a:t>fulfill_task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Asks for: operation parameters — which line item, row, value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Why: its instruction carries a 'user escalation:' block naming what is missing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Then: performs the operation and reports what it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B5C9E"/>
                </a:solidFill>
              </a:rPr>
              <a:t>elicit_user_preference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Asks for: which route the process takes at a branch point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Why: that IS the request; there is nothing else to it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Then: reports the preference; nothing is changed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06060"/>
                </a:solidFill>
              </a:rPr>
              <a:t>Consultation is only ever "which of these ways should we go?" — never a request for a parameter.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Worked example — fulfill_task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You receive the task instruction verbatim, escalation block included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solidFill>
            <a:srgbClr val="F2F3F5"/>
          </a:solidFill>
          <a:ln>
            <a:solidFill>
              <a:srgbClr val="D0D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200">
                <a:solidFill>
                  <a:srgbClr val="1A1A1A"/>
                </a:solidFill>
                <a:latin typeface="Courier New"/>
              </a:rPr>
              <a:t>IN: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Produce the table for line item $line_item on sheet ALL ACCOUNTS 1H. It should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return the four columns Modeled $ USD, Current Validated $ USD, Adjustment $ USD,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Final Validated $ USD and the corresponding rows from row label column Coverage Name.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user escalation: Which line item ($line_item)?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where: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$line_item : The identifier of the table (line item) to retrieve from the sheet.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OUT:  (ask the user for $line_item, perform the retrieval, then reply with the outcome)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Retrieved line item 'Cloud Platform' from ALL ACCOUNTS 1H - 14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06060"/>
                </a:solidFill>
              </a:rPr>
              <a:t>CUGA FLO records this in the process trace to know the step succeeded. It does not parse the reply for values; nothing downstream consumes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Worked example — elicit_user_preference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You receive a question the calling agent composed — parse for intent, not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solidFill>
            <a:srgbClr val="F2F3F5"/>
          </a:solidFill>
          <a:ln>
            <a:solidFill>
              <a:srgbClr val="D0D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200">
                <a:solidFill>
                  <a:srgbClr val="1A1A1A"/>
                </a:solidFill>
                <a:latin typeface="Courier New"/>
              </a:rPr>
              <a:t>IN: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Choose the outgoing flow based on the user's input.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user escalation: Ask user to choose any one of the possible outgoing flows: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update again, run function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CONVERSATION: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agent0: The update to 'Cloud Platform' is done. Update another row, or move on to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        running the budget interlock function?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user:   Just carry on.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agent0: Running the function next, no further updates - correct?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user:   Correct.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OUT:</a:t>
            </a:r>
          </a:p>
          <a:p>
            <a:r>
              <a:rPr sz="1200">
                <a:solidFill>
                  <a:srgbClr val="1A1A1A"/>
                </a:solidFill>
                <a:latin typeface="Courier New"/>
              </a:rPr>
              <a:t>  User prefers 'run function' over another update round.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Behavioural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06060"/>
                </a:solidFill>
              </a:rPr>
              <a:t>CUGA FLO's constraints — they matter more than the plumbing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**Report, don't rule** — on a routing consultation, report the preference; never state the decision. The single thing most likely to be got wrong.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**Never invent parameters — ask, or fail** — escalation block -&gt; ask the user; no block -&gt; fail with what was missing. Guessing writes wrong data into real spreadsheets.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**Report the outcome, not the payload** — one clear sentence beats a table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**Never dismiss a dialog silently** — answer as instructed where $dialog_chosen is supplied; always report which dialogs appeared and how they were answered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**Fail loudly and specifically** — "Sheet ALL ACCOUNTS 1H not found" is actionable; "Operation failed" is not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**Responses are plain text** — CUGA FLO's client discards response metadata; nothing you put there is read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Timeouts and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**120-second ceiling** — a delegated task or a consultation runs inside a blocking control point under a 120s hop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Interviews must complete, end to end, inside 120 seconds — exceeding it fails the process instance, no park-and-resume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Only fast, non-interactive turns fit in-line today; a modelled BPMN user task for long waits is a later follow-on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A1A1A"/>
                </a:solidFill>
              </a:rPr>
              <a:t>• **No correlation identifier is sent** — each request is an independent A2A message with a fresh message_id; context_id / task_id unset; metadata carries only role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Stateless (ask for every named parameter every time) is always correct and a fine first implementation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Stateful is your choice — but key memory on your own user session, confirm reused values, never carry a value across a repeat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– If the missing correlation id is the blocker, tell us — sending a stable identifier is a small change on our side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B5C9E"/>
                </a:solidFill>
              </a:rPr>
              <a:t>Build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GET /.well-known/agent-card.json returns the card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message/send accepts a text Message and returns a plain text Message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Both capabilities served by ONE AgentExecutor.execute() — no second service, no per-skill endpoint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role read from MessageSendParams.metadata (not Message.role) and dispatched; missing / unrecognised role fails loudly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fulfill_task dispatches all three operation types from the statement alone; an ambiguous type fails explicitly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A 'user escalation:' block triggers asking the user; a missing parameter with no block fails, never a guess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Update dialogs are answered and reported, never silently dismissed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Consultation replies report preferences, never decisions; fulfilment replies state the outcome in one line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A1A"/>
                </a:solidFill>
              </a:rPr>
              <a:t>• Every interview and every spreadsheet operation completes well inside 120 seconds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