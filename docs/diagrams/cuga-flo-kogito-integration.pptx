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B7DD8"/>
                </a:solidFill>
                <a:latin typeface="Calibri"/>
              </a:rPr>
              <a:t>CUGA FLO · WORKFLOW ENGINE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A2332"/>
                </a:solidFill>
                <a:latin typeface="Calibri"/>
              </a:rPr>
              <a:t>Running BPMN on Apache KIE (Kogito)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67085"/>
                </a:solidFill>
                <a:latin typeface="Calibri"/>
              </a:rPr>
              <a:t>A third execution engine alongside LangGraph and Flowable. Kogito owns process state; CUGA FLO supplies LLM reasoning at every control point — through the same MCP bridge, with the reasoning layer unchanged.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402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E6F2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CUGA FLO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FlowAgent · TaskAgent
DecisionAgent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46120" y="2660904"/>
            <a:ext cx="548640" cy="201168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50208" y="224028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MCPFlowBridge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single FastMCP server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00800" y="2660904"/>
            <a:ext cx="548640" cy="201168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2350008"/>
            <a:ext cx="768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alibri"/>
              </a:rPr>
              <a:t>run_process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04888" y="2240280"/>
            <a:ext cx="2011680" cy="1051560"/>
          </a:xfrm>
          <a:prstGeom prst="roundRect">
            <a:avLst>
              <a:gd name="adj" fmla="val 8000"/>
            </a:avLst>
          </a:prstGeom>
          <a:solidFill>
            <a:srgbClr val="E6F2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KogitoProxy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httpx REST client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81160" y="2660904"/>
            <a:ext cx="548640" cy="201168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71432" y="2350008"/>
            <a:ext cx="768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alibri"/>
              </a:rPr>
              <a:t>POST /processId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85248" y="2240280"/>
            <a:ext cx="1645920" cy="1051560"/>
          </a:xfrm>
          <a:prstGeom prst="roundRect">
            <a:avLst>
              <a:gd name="adj" fmla="val 8000"/>
            </a:avLst>
          </a:prstGeom>
          <a:solidFill>
            <a:srgbClr val="E9F7EC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Kogito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Quarkus :8081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8" y="344728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◄ ─ ─  callback: script tasks call CugaFlo.java over HTTP :8090/mcp  ─ 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9136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FOUR CONTROL POINTS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224528"/>
            <a:ext cx="261518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execute_task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TaskAgent fulfils a task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4992" y="4224528"/>
            <a:ext cx="261518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route_gateway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DecisionAgent picks a branch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6" y="4224528"/>
            <a:ext cx="261518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evaluate_hook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FlowAgent adapts the 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19" y="4224528"/>
            <a:ext cx="261518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A2332"/>
                </a:solidFill>
                <a:latin typeface="Calibri"/>
              </a:rPr>
              <a:t>complete_process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returns terminal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2303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332"/>
                </a:solidFill>
                <a:latin typeface="Calibri"/>
              </a:rPr>
              <a:t>Kogito compiles BPMN at build time — there is no runtime deploy, so an app is built into the service before it runs.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8704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Apache KIE / Kogito 10.2.0   ·   Quarkus 3.27.2   ·   JDK 17   ·   policies reused byte-identical from the Flowable 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B7DD8"/>
                </a:solidFill>
                <a:latin typeface="Calibri"/>
              </a:rPr>
              <a:t>CUGA FLO · WORKFLOW ENGINE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A2332"/>
                </a:solidFill>
                <a:latin typeface="Calibri"/>
              </a:rPr>
              <a:t>Outcome, and what the engine dictated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ENGINE PARITY — SAME INPUTS, BOTH ENGINES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394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205740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332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82296" anchor="ctr">
                    <a:solidFill>
                      <a:srgbClr val="E6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332"/>
                          </a:solidFill>
                          <a:latin typeface="Calibri"/>
                        </a:rPr>
                        <a:t>Kogito</a:t>
                      </a:r>
                    </a:p>
                  </a:txBody>
                  <a:tcPr marL="82296" marR="82296" anchor="ctr">
                    <a:solidFill>
                      <a:srgbClr val="E6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332"/>
                          </a:solidFill>
                          <a:latin typeface="Calibri"/>
                        </a:rPr>
                        <a:t>Flowable</a:t>
                      </a:r>
                    </a:p>
                  </a:txBody>
                  <a:tcPr marL="82296" marR="82296" anchor="ctr">
                    <a:solidFill>
                      <a:srgbClr val="E6F2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67085"/>
                          </a:solidFill>
                          <a:latin typeface="Calibri"/>
                        </a:rPr>
                        <a:t>approve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67085"/>
                          </a:solidFill>
                          <a:latin typeface="Calibri"/>
                        </a:rPr>
                        <a:t>0.905 → give loan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67085"/>
                          </a:solidFill>
                          <a:latin typeface="Calibri"/>
                        </a:rPr>
                        <a:t>0.887 → give loan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67085"/>
                          </a:solidFill>
                          <a:latin typeface="Calibri"/>
                        </a:rPr>
                        <a:t>reject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67085"/>
                          </a:solidFill>
                          <a:latin typeface="Calibri"/>
                        </a:rPr>
                        <a:t>0.38 → reject loan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67085"/>
                          </a:solidFill>
                          <a:latin typeface="Calibri"/>
                        </a:rPr>
                        <a:t>0.1875 → reject loan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67085"/>
                          </a:solidFill>
                          <a:latin typeface="Calibri"/>
                        </a:rPr>
                        <a:t>terminate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67085"/>
                          </a:solidFill>
                          <a:latin typeface="Calibri"/>
                        </a:rPr>
                        <a:t>halted at hook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67085"/>
                          </a:solidFill>
                          <a:latin typeface="Calibri"/>
                        </a:rPr>
                        <a:t>halted at hook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401568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667085"/>
                </a:solidFill>
                <a:latin typeface="Calibri"/>
              </a:rPr>
              <a:t>Score differences are LLM nondeterminism, not engine behaviour — both land the same side of the gateway threshold every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81328"/>
            <a:ext cx="52303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WHAT KOGITO FORCED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10512"/>
            <a:ext cx="52303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2332"/>
                </a:solidFill>
                <a:latin typeface="Calibri"/>
              </a:rPr>
              <a:t>▪  No boundary events on script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4825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Flowable's hook triad cannot be ported. FlowRedirect jumps from the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script task itself — fewer moving parts than Flowable.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70048"/>
            <a:ext cx="52303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2332"/>
                </a:solidFill>
                <a:latin typeface="Calibri"/>
              </a:rPr>
              <a:t>▪  No Java FQNs inside scripts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907791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Scripts are one-liners delegating to CugaFlo.java and FlowRedirect.java,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compiled into the service.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29584"/>
            <a:ext cx="52303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2332"/>
                </a:solidFill>
                <a:latin typeface="Calibri"/>
              </a:rPr>
              <a:t>▪  Every variable must be declared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76732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The process model is generated and strongly typed; undeclared names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are dropped silently.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389120"/>
            <a:ext cx="52303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2332"/>
                </a:solidFill>
                <a:latin typeface="Calibri"/>
              </a:rPr>
              <a:t>▪  No history without Data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462686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An embedded Data Index exposes each run over GraphQL, node by node.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33087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alibri"/>
              </a:rPr>
              <a:t>BUILD AND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43984"/>
            <a:ext cx="5394960" cy="1060704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l"/>
            <a:r>
              <a:rPr sz="1050">
                <a:solidFill>
                  <a:srgbClr val="1A2332"/>
                </a:solidFill>
                <a:latin typeface="Consolas"/>
              </a:rPr>
              <a:t>./scripts/build_kogito_app.sh &lt;app&gt;</a:t>
            </a:r>
          </a:p>
          <a:p>
            <a:pPr algn="l"/>
            <a:r>
              <a:rPr sz="1050">
                <a:solidFill>
                  <a:srgbClr val="1A2332"/>
                </a:solidFill>
                <a:latin typeface="Consolas"/>
              </a:rPr>
              <a:t>build/kogito/&lt;app&gt;/run.sh</a:t>
            </a:r>
          </a:p>
          <a:p>
            <a:pPr algn="l"/>
            <a:r>
              <a:rPr sz="1050">
                <a:solidFill>
                  <a:srgbClr val="1A2332"/>
                </a:solidFill>
                <a:latin typeface="Consolas"/>
              </a:rPr>
              <a:t>cuga start flow_agent_inline &lt;app&gt;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797296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alibri"/>
              </a:rPr>
              <a:t>Not implemented: SKIP_NODE — CONTINUE, SKIP_TO and TERMINATE all work. See README-KOGITO.md for the measured dead ends and the recommended route.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