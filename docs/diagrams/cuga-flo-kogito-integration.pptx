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WORKFLOW ENGINE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Running BPMN on Apache KIE (Kogito)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A third execution engine alongside LangGraph and Flowable. Kogito owns process state; CUGA FLO supplies LLM reasoning at every control point — through the same MCP bridge, with the reasoning layer unchanged.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· TaskAgent
DecisionAgent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4612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50208" y="22402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MCPFlowBridge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single FastMCP server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80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235000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alibri"/>
              </a:rPr>
              <a:t>run_process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04888" y="224028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KogitoProxy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httpx REST client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8116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71432" y="235000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alibri"/>
              </a:rPr>
              <a:t>POST /processId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85248" y="2240280"/>
            <a:ext cx="1645920" cy="1051560"/>
          </a:xfrm>
          <a:prstGeom prst="roundRect">
            <a:avLst>
              <a:gd name="adj" fmla="val 8000"/>
            </a:avLst>
          </a:prstGeom>
          <a:solidFill>
            <a:srgbClr val="E9F7EC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Kogito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Quarkus :8081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344728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◄ ─ ─  callback: script tasks call CugaFlo.java over HTTP :8090/mcp  ─ 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13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FOUR CONTROL POINTS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execute_task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TaskAgent fulfils a 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2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route_gateway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DecisionAgent picks a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evaluate_hook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adapts the 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19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complete_process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returns terminal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2303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332"/>
                </a:solidFill>
                <a:latin typeface="Calibri"/>
              </a:rPr>
              <a:t>Kogito compiles BPMN at build time — there is no runtime deploy, so an app is built into the service before it runs.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8704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Apache KIE / Kogito 10.2.0   ·   Quarkus 3.27.2   ·   JDK 17   ·   policies reused byte-identical from the Flowable 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WORKFLOW ENGINE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The CUGA FLO runtime inside the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Two Java classes are compiled into every generated Quarkus service. BPMN script tasks are one-liners delegating to them: CugaFlo reaches back to CUGA FLO for reasoning, and FlowRedirect applies the answer to the running process instance.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5394960" cy="26700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7" y="2322576"/>
            <a:ext cx="2148840" cy="329184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B7DD8"/>
                </a:solidFill>
                <a:latin typeface="Consolas"/>
              </a:rPr>
              <a:t>CugaFlo.java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77439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alibri"/>
              </a:rPr>
              <a:t>the MCP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834639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25496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Calls execute_task · route_gateway 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evaluate_hook · complete_process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01568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39242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Ships the full process-variable map on every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785615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77647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Endpoint from the cugaMcpUrl variable, never hardcoded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169663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416052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Writes results back into typed process variables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084831"/>
            <a:ext cx="5394960" cy="26700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10528" y="2322576"/>
            <a:ext cx="2148840" cy="329184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3BA55D"/>
                </a:solidFill>
                <a:latin typeface="Consolas"/>
              </a:rPr>
              <a:t>FlowRedirect.java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77439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alibri"/>
              </a:rPr>
              <a:t>the in-process jump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834639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2825496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Kogito's answer to Flowable's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ChangeActivityStateBuilder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3401568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339242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Cancels the calling node, then triggers the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785615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77647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Self-cancel is load-bearing — else both paths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169663"/>
            <a:ext cx="146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9128" y="416052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332"/>
                </a:solidFill>
                <a:latin typeface="Calibri"/>
              </a:rPr>
              <a:t>SKIP_TO → target · TERMINATE → completion 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1947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HOW A HOOK SCRIPT TASK USES BOTH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93792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FlowRedirect.to(kcontext,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    CugaFlo.evaluateHook(kcontext,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        "Flow_1e5ztf6", "pre credit check",</a:t>
            </a:r>
          </a:p>
          <a:p>
            <a:pPr algn="l"/>
            <a:r>
              <a:rPr sz="1000">
                <a:solidFill>
                  <a:srgbClr val="1A2332"/>
                </a:solidFill>
                <a:latin typeface="Consolas"/>
              </a:rPr>
              <a:t>        "Task_CompleteProcess"));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491947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BUILD AND 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6208" y="5193792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./scripts/build_kogito_app.sh &lt;app&gt;</a:t>
            </a:r>
          </a:p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build/kogito/&lt;app&gt;/run.sh</a:t>
            </a:r>
          </a:p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cuga start flow_agent_inline &lt;app&gt;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Both classes are app-independent and shared — parameterised entirely by the arguments the BPMN script tasks pass, so nothing per-app is written in Java.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